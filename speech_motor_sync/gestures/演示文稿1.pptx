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6" r:id="rId4"/>
    <p:sldId id="258" r:id="rId5"/>
  </p:sldIdLst>
  <p:sldSz cx="12192000" cy="6858000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9" autoAdjust="0"/>
    <p:restoredTop sz="94660"/>
  </p:normalViewPr>
  <p:slideViewPr>
    <p:cSldViewPr snapToGrid="0">
      <p:cViewPr>
        <p:scale>
          <a:sx n="76" d="100"/>
          <a:sy n="76" d="100"/>
        </p:scale>
        <p:origin x="1164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2F0141-7DDC-CAB3-C85F-4D2293553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C51E280-BC7C-8D3C-0302-816914A7E3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40E3BF-61FF-2ED3-B39C-78D0AC272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E6FD-C4A6-4BC4-A5C7-5D1B459B4D99}" type="datetimeFigureOut">
              <a:rPr lang="zh-SG" altLang="en-US" smtClean="0"/>
              <a:t>14/8/2026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AE41E5-5E48-3ED5-03BB-F70A65E0E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92FA8F-F8FA-B3BA-CC07-09777D8E9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654B-E383-406A-9416-3691D4DF3086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287462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1F3B0A-4D9A-8D92-8587-F7A9A3FF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C271FE-9D16-EC7C-666E-62069189A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58DE96-90FD-B679-DB2E-0EAED2006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E6FD-C4A6-4BC4-A5C7-5D1B459B4D99}" type="datetimeFigureOut">
              <a:rPr lang="zh-SG" altLang="en-US" smtClean="0"/>
              <a:t>14/8/2026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F8895F-BD78-5B37-7CD1-564C5E32A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59D8D7-A270-8D04-B2F1-CB947D40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654B-E383-406A-9416-3691D4DF3086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232668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30A801-A458-E699-FB40-9265FDAE6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D8B7F4-087A-C55D-BFE6-2EE651249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82CB6E-A2AF-0494-2824-F2C79AAD9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E6FD-C4A6-4BC4-A5C7-5D1B459B4D99}" type="datetimeFigureOut">
              <a:rPr lang="zh-SG" altLang="en-US" smtClean="0"/>
              <a:t>14/8/2026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7C59B6-0856-8221-18F3-D75FBA47F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2D16A5-75DA-77B1-7199-23E0D98DA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654B-E383-406A-9416-3691D4DF3086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2115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560AE7-224C-A570-5312-50C85F8C9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40A740-2835-0DEA-A16A-4BE685F7DD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288EBF-7D54-0C52-65B7-632C5A284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9981E8-B37C-C476-EA97-D65A1AF53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E6FD-C4A6-4BC4-A5C7-5D1B459B4D99}" type="datetimeFigureOut">
              <a:rPr lang="zh-SG" altLang="en-US" smtClean="0"/>
              <a:t>14/8/2026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899EA6-2B8C-4A53-CC35-0344E4526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831E5B-0DBE-3E0B-600D-86DDB223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654B-E383-406A-9416-3691D4DF3086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07086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8052F5-A7D9-7A85-8EF1-236881737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DDD740-430B-DCD3-FAFD-AEA8A698A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D770B8-1429-BA0F-2FB6-ACFEBCE1F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693FB7E-936A-6021-3638-C3E5A3094A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4E77308-5DFB-B843-3624-938ABD6A56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FF331FB-45C9-39E4-3268-597EF04DA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E6FD-C4A6-4BC4-A5C7-5D1B459B4D99}" type="datetimeFigureOut">
              <a:rPr lang="zh-SG" altLang="en-US" smtClean="0"/>
              <a:t>14/8/2026</a:t>
            </a:fld>
            <a:endParaRPr lang="zh-SG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1D4D74-1A19-D97E-6A8D-BB1845C9E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A601852-EA1C-B21A-FDE8-06D6472EE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654B-E383-406A-9416-3691D4DF3086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198273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3E595F-5BA9-B5CB-825E-A7B88841C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20ED4E-7FCF-E705-055C-EA3F17198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E6FD-C4A6-4BC4-A5C7-5D1B459B4D99}" type="datetimeFigureOut">
              <a:rPr lang="zh-SG" altLang="en-US" smtClean="0"/>
              <a:t>14/8/2026</a:t>
            </a:fld>
            <a:endParaRPr lang="zh-SG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5810D57-7CBF-CEA8-3D41-6790513C3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C149B8-1648-779E-1A0C-DDA5369E7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654B-E383-406A-9416-3691D4DF3086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492675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8C21F93-3CF3-B00D-CBDF-5265F6778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E6FD-C4A6-4BC4-A5C7-5D1B459B4D99}" type="datetimeFigureOut">
              <a:rPr lang="zh-SG" altLang="en-US" smtClean="0"/>
              <a:t>14/8/2026</a:t>
            </a:fld>
            <a:endParaRPr lang="zh-SG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3EC799A-3FF7-084C-7B8F-E609E4FF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2DA2FD-1DF0-4B53-BC0F-665A6E5F5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654B-E383-406A-9416-3691D4DF3086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837104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3C390-1CE2-312C-448F-7D9ADE786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52BB39-035C-CF0A-2D81-FB8BDF4B6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3AB873-D5FC-56AB-19A0-56A5FCBF8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C17426-A8CD-70A9-859E-0092D8A1E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E6FD-C4A6-4BC4-A5C7-5D1B459B4D99}" type="datetimeFigureOut">
              <a:rPr lang="zh-SG" altLang="en-US" smtClean="0"/>
              <a:t>14/8/2026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7D3863-2D14-F266-0C52-4AEF7AF0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7DEDDB-D7A3-1703-7F3C-101E321EF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654B-E383-406A-9416-3691D4DF3086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083634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243CFA-BD52-5507-F6DC-7C1D72D8B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93F98C2-3FD8-009C-694B-D4EEAD96CA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B6766F-80D6-2979-33DE-35310993A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51BBD3-E644-0AD1-7596-701003E1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E6FD-C4A6-4BC4-A5C7-5D1B459B4D99}" type="datetimeFigureOut">
              <a:rPr lang="zh-SG" altLang="en-US" smtClean="0"/>
              <a:t>14/8/2026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EBC034-E5E3-0DCF-EC7E-F83AF1D3C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07C623-C28C-C391-10F0-CE3E666FB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654B-E383-406A-9416-3691D4DF3086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250374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46022A-2064-98ED-9135-BA44FF8AE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63DFE8-36E2-F021-1A7F-7CFEE2B88C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C13201-67C6-9029-48D4-22245A9A6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E6FD-C4A6-4BC4-A5C7-5D1B459B4D99}" type="datetimeFigureOut">
              <a:rPr lang="zh-SG" altLang="en-US" smtClean="0"/>
              <a:t>14/8/2026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F17959-903C-7C0F-A84E-8759B5070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547E79-C89F-011C-C216-077AC2456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654B-E383-406A-9416-3691D4DF3086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78143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402E5EC-0779-740A-C111-C312E3E7B6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D8AC1C-465F-17F1-D30A-076BF4570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B7DF33-5B9F-157D-0D0A-CB98E2DB5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E6FD-C4A6-4BC4-A5C7-5D1B459B4D99}" type="datetimeFigureOut">
              <a:rPr lang="zh-SG" altLang="en-US" smtClean="0"/>
              <a:t>14/8/2026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129411-EECB-6A95-BD66-AEE26212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3F825B-7782-9A87-C88D-970728EE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C654B-E383-406A-9416-3691D4DF3086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00707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1150254-646F-02D0-1181-D6EF2CBF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D33B69-B0EB-7670-B5D2-EEDDBC9AF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0E55A3-22B9-1FB7-9518-8189C746C1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6E6FD-C4A6-4BC4-A5C7-5D1B459B4D99}" type="datetimeFigureOut">
              <a:rPr lang="zh-SG" altLang="en-US" smtClean="0"/>
              <a:t>14/8/2026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35B514-4061-D6F0-6068-2E219426C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42305E-EED2-7BD8-ADE0-AD39C1830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C654B-E383-406A-9416-3691D4DF3086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26486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980C409-3E1C-B481-17A2-3943E5775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48" b="16340"/>
          <a:stretch>
            <a:fillRect/>
          </a:stretch>
        </p:blipFill>
        <p:spPr>
          <a:xfrm>
            <a:off x="4167187" y="1107141"/>
            <a:ext cx="3857625" cy="464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060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09462D5-CD2D-BCB9-47E6-59BBA3076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48" b="16340"/>
          <a:stretch>
            <a:fillRect/>
          </a:stretch>
        </p:blipFill>
        <p:spPr>
          <a:xfrm>
            <a:off x="72822" y="1249336"/>
            <a:ext cx="3857625" cy="464371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DC5B4D6-2380-946E-E871-59330E4884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48" b="16340"/>
          <a:stretch>
            <a:fillRect/>
          </a:stretch>
        </p:blipFill>
        <p:spPr>
          <a:xfrm>
            <a:off x="4167187" y="1249336"/>
            <a:ext cx="3857625" cy="46437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3EBDC93-1504-5675-9113-76BFF00616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48" b="16340"/>
          <a:stretch>
            <a:fillRect/>
          </a:stretch>
        </p:blipFill>
        <p:spPr>
          <a:xfrm>
            <a:off x="8261552" y="1249336"/>
            <a:ext cx="3857625" cy="464371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54FF6E-D2B2-B767-9F5D-3DD9EEB1F6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48" b="16340"/>
          <a:stretch>
            <a:fillRect/>
          </a:stretch>
        </p:blipFill>
        <p:spPr>
          <a:xfrm>
            <a:off x="-4154154" y="1249336"/>
            <a:ext cx="3857625" cy="464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648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9ABD89D4-953A-2305-D820-AB1BEB231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48" b="16340"/>
          <a:stretch>
            <a:fillRect/>
          </a:stretch>
        </p:blipFill>
        <p:spPr>
          <a:xfrm>
            <a:off x="1" y="1093694"/>
            <a:ext cx="3857625" cy="464371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3763B79-F7D7-F06C-E198-FDD34519B8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16" r="4088" b="16339"/>
          <a:stretch>
            <a:fillRect/>
          </a:stretch>
        </p:blipFill>
        <p:spPr>
          <a:xfrm>
            <a:off x="4134172" y="1093695"/>
            <a:ext cx="3857624" cy="464371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9BCBBB5-2218-61F2-99EF-D6378295C2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47" r="18901" b="16340"/>
          <a:stretch>
            <a:fillRect/>
          </a:stretch>
        </p:blipFill>
        <p:spPr>
          <a:xfrm>
            <a:off x="8334375" y="1093693"/>
            <a:ext cx="3857625" cy="464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05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7876A93-1DAB-4259-EF7A-D2A6A2DBDA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25" r="11927" b="16340"/>
          <a:stretch>
            <a:fillRect/>
          </a:stretch>
        </p:blipFill>
        <p:spPr>
          <a:xfrm>
            <a:off x="0" y="1107141"/>
            <a:ext cx="3857624" cy="464371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8DC32A0-D32C-FC17-7AF1-3684AFD0D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48" b="16340"/>
          <a:stretch>
            <a:fillRect/>
          </a:stretch>
        </p:blipFill>
        <p:spPr>
          <a:xfrm>
            <a:off x="4055174" y="1107141"/>
            <a:ext cx="3857625" cy="46437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164FCBF-8413-AA22-BA1E-A7E78B7A6F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61" r="17889" b="16340"/>
          <a:stretch>
            <a:fillRect/>
          </a:stretch>
        </p:blipFill>
        <p:spPr>
          <a:xfrm>
            <a:off x="8315812" y="1107141"/>
            <a:ext cx="3857625" cy="464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647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懿轩 李</dc:creator>
  <cp:lastModifiedBy>懿轩 李</cp:lastModifiedBy>
  <cp:revision>2</cp:revision>
  <dcterms:created xsi:type="dcterms:W3CDTF">2026-08-14T07:15:34Z</dcterms:created>
  <dcterms:modified xsi:type="dcterms:W3CDTF">2026-08-14T07:29:27Z</dcterms:modified>
</cp:coreProperties>
</file>