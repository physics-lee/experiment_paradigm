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85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D9066-AA8B-0266-7434-BC5750A67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3BF08D-1DB5-489E-6D1F-8570014FB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34FDAE-DA8C-6A35-66FA-9900474F3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87692-8EDE-7F02-B364-9605FA49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29F0D-76A9-9E0C-F414-7FC9C814D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80328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A3DFA-8246-B217-3BBB-3CA4B34F7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9242F1-E60A-3CE0-8057-2E2D2D02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F28FA6-C5F9-2615-5E48-60E41B11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B846CF-53BD-345B-DEF3-6733DD6A7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321297-7CC2-7630-D19E-CC7728DB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8102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DEABC-C709-B0C8-707A-37A0DEAC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7417F-8888-8CE5-48D4-48DBF78CF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7AF8EB-49F7-4BEF-91D4-70D71B76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7C4BA9-4BC2-3F68-93E4-EDC799B44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C2624-5FE1-3EF0-8CF9-9BF798A4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21615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B82A0-BF2F-FCF1-F3F1-AB4BBE01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4FFB12-82CF-1662-E1D9-3D5C4A69B1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E05F06-E6D3-7E78-2BF8-097BD5F23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42629-8EE9-081B-AC96-6E32E6DB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32806C3-8F1D-15FA-A989-6890BFE7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C0D9BD-2EB5-8A3C-59E4-AD6A7A72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8584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A720E-9A7D-57DE-F890-89E25B8A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AF45F4-6F88-ECE5-F5D2-951B494E7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CA385D-65C1-823D-176E-96BCF5C2C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41152B-99E7-37CB-1944-4120AAF1E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BB2215-8A8D-6773-D24B-F03632038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62EA8D-18C3-5063-562E-6E1AA025A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09369F-B341-AD95-CFC9-9914F8DD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402B91-5FBD-87AD-6877-76861122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1066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422AF-9A18-B8E7-4BCD-57B2AB7A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347086-FD38-E90C-1318-8A0EC829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B2DA27-3A73-8AF2-AFD9-A402BE2D1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3DF913-1010-7EC0-4C4F-FB830D3F2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9236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4AF43F-DBA4-D4A9-6E72-111BBA6C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0BCAEB-972A-FFF4-047A-2E24EE1D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B98474-71CD-413A-FC59-63434700E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61761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2176D-7EB7-A7E6-AC59-7B393092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360AA9-3976-70C1-B1D3-E64013AF6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2020EA-CF74-946B-7776-757039243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0AD813-146E-1C13-FF2F-520A8462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6170B3-82D9-BA2C-2AC7-75E13CB0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DA6C06-B375-0A8B-5716-66A93747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3540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24897-C6B5-FF49-4E79-EB7F404D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BE6003-5744-2EB4-E207-99B0D9201D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SG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D04779-EFC7-DA73-C4BB-956F3A24D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C4ADA8-310D-14DF-8F24-08E5B895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F1006F-98A7-0CAE-F7E1-2E6C9392C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964381-5148-9A8B-F2D2-CB553BD89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76888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C5C4C-1201-972B-9CD4-ABA61E6D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02371C-3C67-16A7-11B6-A54445108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ADB0B-9676-918A-A35F-27F8F897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3DF42-D1C3-AC2A-8169-D644540D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CFEF4-FE72-6120-453E-14AA11BC4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95679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04FBC0-841E-3AC7-029F-070CAFAA4A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0D92F6-3168-F29B-3ED2-D25F7A9C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6A37D-8278-ECE9-951E-EE252B70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54D61-62C4-C842-CD67-AE0CBF6C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31AE9-AC43-8D1C-12EC-E8B9424A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43464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30663A1-8EDF-9E2C-8019-C2D711B4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SG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1828AE-EEC5-DDEE-2462-62A7A8233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SG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D13C5-BBBC-0205-F688-4931DC3D3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E1C5C-0E27-44CD-8CD1-04325C1BFC40}" type="datetimeFigureOut">
              <a:rPr lang="zh-SG" altLang="en-US" smtClean="0"/>
              <a:t>7/8/2026</a:t>
            </a:fld>
            <a:endParaRPr lang="zh-SG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672F30-728F-0D43-EAC5-23A85E872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SG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9CBEB0-CB78-8561-2693-01035DE3D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76ECF-9C95-42BD-94D5-580CC0A635D9}" type="slidenum">
              <a:rPr lang="zh-SG" altLang="en-US" smtClean="0"/>
              <a:t>‹#›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93543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S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4B00-3B40-C17D-7124-C9D10964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20790C0-DB18-D73C-BAC8-C74414A90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899" y="0"/>
            <a:ext cx="6514201" cy="680372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82148AE-01F8-DB8A-CAED-7691BFCE10DA}"/>
              </a:ext>
            </a:extLst>
          </p:cNvPr>
          <p:cNvSpPr/>
          <p:nvPr/>
        </p:nvSpPr>
        <p:spPr>
          <a:xfrm>
            <a:off x="3587262" y="257908"/>
            <a:ext cx="4853353" cy="638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图中有几个绿色三角形？</a:t>
            </a:r>
            <a:endParaRPr lang="zh-SG" altLang="en-US" sz="2800" b="1"/>
          </a:p>
        </p:txBody>
      </p:sp>
    </p:spTree>
    <p:extLst>
      <p:ext uri="{BB962C8B-B14F-4D97-AF65-F5344CB8AC3E}">
        <p14:creationId xmlns:p14="http://schemas.microsoft.com/office/powerpoint/2010/main" val="135994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9DE0-4BC0-F35B-3F80-140894E5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A53144-DCDE-1A6E-34C6-D25686161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83" y="0"/>
            <a:ext cx="6633148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D27CC18-D360-380A-3083-4DA040FD8708}"/>
              </a:ext>
            </a:extLst>
          </p:cNvPr>
          <p:cNvSpPr/>
          <p:nvPr/>
        </p:nvSpPr>
        <p:spPr>
          <a:xfrm>
            <a:off x="3681680" y="140865"/>
            <a:ext cx="4853353" cy="638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图中有几个黄色三角形？</a:t>
            </a:r>
            <a:endParaRPr lang="zh-SG" altLang="en-US" sz="2800" b="1"/>
          </a:p>
        </p:txBody>
      </p:sp>
    </p:spTree>
    <p:extLst>
      <p:ext uri="{BB962C8B-B14F-4D97-AF65-F5344CB8AC3E}">
        <p14:creationId xmlns:p14="http://schemas.microsoft.com/office/powerpoint/2010/main" val="2732386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E369A-0368-EB64-9E7E-1036313F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89C3B1-9ED6-8D4D-46C9-BC3D1757F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783" y="0"/>
            <a:ext cx="6633148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AE2D712-400F-EAAA-8672-14AF8E12870A}"/>
              </a:ext>
            </a:extLst>
          </p:cNvPr>
          <p:cNvSpPr/>
          <p:nvPr/>
        </p:nvSpPr>
        <p:spPr>
          <a:xfrm>
            <a:off x="3681680" y="140865"/>
            <a:ext cx="4853353" cy="638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图中有几个黄色圆形？</a:t>
            </a:r>
            <a:endParaRPr lang="zh-SG" altLang="en-US" sz="2800" b="1"/>
          </a:p>
        </p:txBody>
      </p:sp>
    </p:spTree>
    <p:extLst>
      <p:ext uri="{BB962C8B-B14F-4D97-AF65-F5344CB8AC3E}">
        <p14:creationId xmlns:p14="http://schemas.microsoft.com/office/powerpoint/2010/main" val="3053090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54E72-7D77-B1D2-DB3A-551C0703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2706F2F-570E-8E9E-2818-67122BC8A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634" y="0"/>
            <a:ext cx="669073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DF61C0E-93AE-E8E9-B2C0-E4C813DB06FA}"/>
              </a:ext>
            </a:extLst>
          </p:cNvPr>
          <p:cNvSpPr/>
          <p:nvPr/>
        </p:nvSpPr>
        <p:spPr>
          <a:xfrm>
            <a:off x="3681680" y="140865"/>
            <a:ext cx="4853353" cy="4150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图中有几个紫色五角星？</a:t>
            </a:r>
            <a:endParaRPr lang="zh-SG" altLang="en-US" sz="2800" b="1"/>
          </a:p>
        </p:txBody>
      </p:sp>
    </p:spTree>
    <p:extLst>
      <p:ext uri="{BB962C8B-B14F-4D97-AF65-F5344CB8AC3E}">
        <p14:creationId xmlns:p14="http://schemas.microsoft.com/office/powerpoint/2010/main" val="381437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35FB3-41CE-B302-B711-415BE123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9B424E4-17D1-0F3C-F36C-97D2AF92EAF6}"/>
              </a:ext>
            </a:extLst>
          </p:cNvPr>
          <p:cNvSpPr/>
          <p:nvPr/>
        </p:nvSpPr>
        <p:spPr>
          <a:xfrm>
            <a:off x="3681680" y="140865"/>
            <a:ext cx="4853353" cy="4150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图中有几个红色三角形？</a:t>
            </a:r>
            <a:endParaRPr lang="zh-SG" altLang="en-US" sz="2800" b="1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784596-404E-1840-7A43-C9D4674A8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981" y="635298"/>
            <a:ext cx="6210037" cy="608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13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</Words>
  <Application>Microsoft Office PowerPoint</Application>
  <PresentationFormat>宽屏</PresentationFormat>
  <Paragraphs>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懿轩 李</dc:creator>
  <cp:lastModifiedBy>懿轩 李</cp:lastModifiedBy>
  <cp:revision>6</cp:revision>
  <dcterms:created xsi:type="dcterms:W3CDTF">2026-08-07T05:44:50Z</dcterms:created>
  <dcterms:modified xsi:type="dcterms:W3CDTF">2026-08-07T05:54:19Z</dcterms:modified>
</cp:coreProperties>
</file>